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26" autoAdjust="0"/>
  </p:normalViewPr>
  <p:slideViewPr>
    <p:cSldViewPr>
      <p:cViewPr varScale="1">
        <p:scale>
          <a:sx n="77" d="100"/>
          <a:sy n="77" d="100"/>
        </p:scale>
        <p:origin x="1376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ypal.com/ncp/payment/X43EJLNG2WN8L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5FF306-1681-3C43-2DB7-A92A22827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E6BB-192E-205F-BFEE-124A68EC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DB2E-EC99-9825-DF64-74AB7E18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90584-52ED-B41E-4427-825AF276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6146B0-5683-F33B-851B-91BA3FBC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4813-D6D0-148E-81E9-EF5039AA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352E-2810-ED17-D0C8-A55EE5C8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69F8-5E3D-0A0C-1258-F592B798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F1F0CD-84A2-DD8D-C968-62FA052A9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9CFF-5CAB-49DF-48CD-7680FDB9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B94F-4C12-3909-9BF2-DE27CA8A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1D9B5-A5B1-630C-1063-FBA20FBD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D27468-50B1-8495-DE1D-D776FABB4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036C-E3AF-FDA5-1E0B-15853CF4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7AAAD-29E7-46D7-8F07-755991CA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D68AE-C975-415C-2115-2E676C85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96F81A-471C-D00C-27AC-C1EE40DF2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6BBF-9261-E85A-3CDB-A9611C6B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BCDD-5206-9B64-5294-1F1C3FB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11B9E-0EFD-7C15-1A4A-5873038D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240A26-5864-8944-1AD0-96BC8D3A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0386-110B-C913-B015-AB54AB60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9560E-87B6-5BBD-B7CB-165029D8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224A1-94D1-75C7-A16B-80C7012A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E8A1C4-4389-BC2E-2BA2-4E5D53FF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04BD9-1E90-A378-F5A2-762E5B7F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7C8D-66B3-6EC7-82B2-AD1EEB2E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A362D-42F9-4D62-A695-3CB67B9B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BA31D0-AFBE-32FC-FD79-423BDBE8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5A72-F64F-A77A-A588-B952F7C7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9404B-0383-70F9-0786-76A778B1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9E312-25C9-6511-BA6B-F95418BD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CABE62-47C6-700F-25ED-A6C719973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31B09-6952-B834-9258-D4F76050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7F7A9-26C2-C561-6299-43CBA91E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B8458-FC3D-6FEB-1260-5D080EEA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DA0878-2E24-429F-2AF2-7C4C9291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040C-2792-FECB-4DC7-7E0AD5FB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11B49-4CAC-6A8C-C244-86B4F109B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C539A-92B5-CA8E-FED2-9C7D7E34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A2432F-6C2F-4527-9A2D-0D953591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C678D-A860-8519-9E02-2EC89B06B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0115B-5120-E76A-EBF6-B2399621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DE8E6-0C02-AA35-0C06-B9A165DF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B93EEC-B71D-CD72-DA27-D32899A16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D21C7-EF25-94AB-B701-B08E7366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55779-8FA6-836A-4B64-A8D19F24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26161-21AD-E9F3-002E-8AB78446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6A2D0-F836-5156-9E5C-62903D869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3AC4D-FB8B-BA24-161F-2554F386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2A6D-1DA2-0DBF-C0F6-E5FDD37A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9659-BBC1-ED5E-1367-572DB287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2941B7-732E-5785-0144-0BEE1D77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F9E8-FB25-4023-F302-673D0C2A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97646-73FE-8FBF-82AD-F5D1CF38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CFEC-C101-F25E-5AB4-91CA537D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43CABF-AE21-383D-ADF7-E387ED4EE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A57D-B3A4-CFB4-37E1-3B39E208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09DC4-1397-043F-C3E1-5F0E3830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EC6AD-FAA7-176B-63BC-DFEF166B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9A8A54-2615-8302-B763-C3202EC60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D01C-59A4-AEB5-4B6F-61046EBC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EB14-4299-9699-A9DB-3AE06B3C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2AFCF-6B51-84CD-9F54-9FC4C8F0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DC97AE-1B99-7976-56E0-12E5AED12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DBBD6-0F97-BA71-618C-A8A4B22E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E2738-AFBD-DB7D-0890-7A863458C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7AC9-EA9D-2B19-09A5-9AACA3D6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249E65-8BA9-EF70-9E76-0399BC96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88BC-14CC-9611-3F94-C32A0D1A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693F-ED20-D4F0-2DA8-60438F75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B038-61E2-B49F-A886-F3662093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C2B85C-67EE-0D47-8DC1-1588AC034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303" y="0"/>
            <a:ext cx="1305697" cy="7322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AA80E-BDF1-69D6-0FAA-08B6D341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600" y="8740774"/>
            <a:ext cx="2133600" cy="365125"/>
          </a:xfrm>
        </p:spPr>
        <p:txBody>
          <a:bodyPr/>
          <a:lstStyle/>
          <a:p>
            <a:r>
              <a:rPr lang="en-IN" dirty="0"/>
              <a:t>April 17,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FC92B-377E-AA8C-32E0-D7F068DB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0200" y="8778875"/>
            <a:ext cx="2895600" cy="365125"/>
          </a:xfrm>
        </p:spPr>
        <p:txBody>
          <a:bodyPr/>
          <a:lstStyle/>
          <a:p>
            <a:r>
              <a:rPr lang="en-US" dirty="0"/>
              <a:t>Copyright © 2026 Dr Partha Majumdar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C168B-FBBB-29C7-9538-52E8B03F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04800" y="87407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ocket launch&#10;&#10;AI-generated content may be incorrect.">
            <a:extLst>
              <a:ext uri="{FF2B5EF4-FFF2-40B4-BE49-F238E27FC236}">
                <a16:creationId xmlns:a16="http://schemas.microsoft.com/office/drawing/2014/main" id="{60FD7FF5-A7DE-C251-72F6-5AABACCCB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72" y="0"/>
            <a:ext cx="16383003" cy="914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BC514-E82C-3F1C-8EF7-169DC2E1863F}"/>
              </a:ext>
            </a:extLst>
          </p:cNvPr>
          <p:cNvSpPr txBox="1"/>
          <p:nvPr/>
        </p:nvSpPr>
        <p:spPr>
          <a:xfrm>
            <a:off x="1611923" y="8553783"/>
            <a:ext cx="13101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Link to contribute: </a:t>
            </a:r>
            <a:r>
              <a:rPr lang="en-IN" sz="3200" dirty="0">
                <a:hlinkClick r:id="rId3"/>
              </a:rPr>
              <a:t>https://www.paypal.com/ncp/payment/X43EJLNG2WN8L</a:t>
            </a:r>
            <a:r>
              <a:rPr lang="en-IN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644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226</Words>
  <Application>Microsoft Macintosh PowerPoint</Application>
  <PresentationFormat>Custom</PresentationFormat>
  <Paragraphs>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Partha Majumdar</cp:lastModifiedBy>
  <cp:revision>2</cp:revision>
  <dcterms:created xsi:type="dcterms:W3CDTF">2006-08-16T00:00:00Z</dcterms:created>
  <dcterms:modified xsi:type="dcterms:W3CDTF">2026-04-17T00:05:32Z</dcterms:modified>
</cp:coreProperties>
</file>